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LABI</a:t>
            </a:r>
            <a:pPr algn="ctr" indent="0" marL="0">
              <a:buNone/>
            </a:pPr>
            <a:r>
              <a:rPr lang="en-US" sz="7200" b="1" dirty="0">
                <a:solidFill>
                  <a:srgbClr val="F5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Gestão de Equipamentos de Medição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ISO/IEC 17025:2017 · LABELO/PUCRS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3429000"/>
            <a:ext cx="5788152" cy="2743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Abril ·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812280"/>
            <a:ext cx="12188952" cy="73152"/>
          </a:xfrm>
          <a:prstGeom prst="rect">
            <a:avLst/>
          </a:prstGeom>
          <a:solidFill>
            <a:srgbClr val="C9A9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VISÃO GERAL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LABIADIO?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completa para gestão de equipamentos de medição em laboratórios acreditados pela ISO/IEC 17025:2017.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2860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C9A9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73152" cy="2286000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Cadastro, fotos, calibração,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checagens e status em tempo real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51760" cy="22860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22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920240"/>
            <a:ext cx="73152" cy="2286000"/>
          </a:xfrm>
          <a:prstGeom prst="rect">
            <a:avLst/>
          </a:prstGeom>
          <a:solidFill>
            <a:srgbClr val="22D3C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Certificados, manuais, ITs,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procedimentos e normas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22860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920240"/>
            <a:ext cx="73152" cy="2286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Integrada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automática de PDFs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Claude (Anthropic)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1920240"/>
            <a:ext cx="2651760" cy="2286000"/>
          </a:xfrm>
          <a:prstGeom prst="rect">
            <a:avLst>
              <a:gd name="adj" fmla="val 4000"/>
            </a:avLst>
          </a:prstGeom>
          <a:solidFill>
            <a:srgbClr val="0D111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192024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24231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condições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ambientais por sala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Tecnologias: Next.js 14 · TypeScript · Supabase · Tailwind CSS · Claude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Implementados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35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Equipamentos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801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Cadastro com foto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Ficha integrada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496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Status de calibração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Multi-padrões auxiliares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32588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435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Certificados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25112" y="1801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Registro com PDF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25112" y="2148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Análise por 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25112" y="2496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Filtro por ano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25112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Atualiza cal. automático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32588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435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Manuais &amp; Docs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19872" y="1801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Vinculado ao equipamento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9872" y="21488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Análise por 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19872" y="24963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ITs e procedimentos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19872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Documentos normativos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Checagens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4133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Controle por IT CHK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Importação Excel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4828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Critério automático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" y="5175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Histórico por equipamento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60520" y="365760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25112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  Ambiente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25112" y="4133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Instalações por sala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25112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Limites temp/umidade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25112" y="4828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Alerta em tempo real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25112" y="5175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Planilha mensal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955280" y="3657600"/>
            <a:ext cx="3566160" cy="2148840"/>
          </a:xfrm>
          <a:prstGeom prst="rect">
            <a:avLst>
              <a:gd name="adj" fmla="val 3404"/>
            </a:avLst>
          </a:prstGeom>
          <a:solidFill>
            <a:srgbClr val="0D1117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3767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IA (Claude AI)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19872" y="41330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Análise de certificados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119872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Extração de manuais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19872" y="482803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IT CHK automática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19872" y="517550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Múltiplos providers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PRINCIPAL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do Equipamento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equipamento ao lado das informações de identificação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9222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TAG, fabricante, Nº série, patrimônio e localização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042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de calibração em tempo real (vencido / a vencer / em dia)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163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mini-abas: Certificados · Checagens · Auxiliares · Manuais · Softwares · Plano Cal.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por ano com separadores visuais em cada aba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e excluir registros direto da ficha (lápis/lixeira no hover)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5254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salvar certificado → atualiza automaticamente datas de calibração do equipamento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Auxiliares com múltiplos padrões vinculados via checkbox com busca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INTELIGÊNCIA ARTIFICIAL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por IA (Claude AI)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PDF → IA lê o documento → preenche os campos automaticamente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de Calibração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7647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Nº certificado · Laboratório · Data de emissão · Acreditação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41448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Técnico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5146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Título · Tipo (usuário/serviço/calibração) · Revisão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64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Instrução de Trabalho (IT)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26440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Código · Título · Tags de equipamentos · Aprovador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0142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CHK (Checagem)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01421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TAG · Grandezas · Self-test · Processo · Normas de referência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90872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7640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Procedimento de Checagem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476402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Código · Normas · Parâmetros · Aprovador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440680"/>
            <a:ext cx="11247120" cy="640080"/>
          </a:xfrm>
          <a:prstGeom prst="rect">
            <a:avLst>
              <a:gd name="adj" fmla="val 8571"/>
            </a:avLst>
          </a:prstGeom>
          <a:solidFill>
            <a:srgbClr val="0D1117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51383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Normativo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551383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Extrai: Designação · Versão/ano · Título · Tipo de ensaio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configurável via .env — Anthropic (padrão) · Azure OpenAI · Google Gemini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MONITORAMENTO POR SALA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Ambientais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Instalações cadastradas por: Prédio → Bloco → Sala → Área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Termohigrômetro vinculado à instalação (selecionado da lista de equipamentos)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 temperatura e umidade configuráveis por sala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mensal com 31 dias — valores fora do limite ficam em vermelho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mensal — dias com alerta exibidos com borda vermelha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em tempo real ao digitar valores fora dos limites no registro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por lab com isolamento via RLS (Row Level Security)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Atual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2984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Online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937760" y="138988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389888"/>
            <a:ext cx="6858000" cy="164592"/>
          </a:xfrm>
          <a:prstGeom prst="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0" y="12984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&amp; Registros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202996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2029968"/>
            <a:ext cx="6858000" cy="164592"/>
          </a:xfrm>
          <a:prstGeom prst="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0" y="19385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5786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578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&amp; Checagens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267004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18" name="Shape 16"/>
          <p:cNvSpPr/>
          <p:nvPr/>
        </p:nvSpPr>
        <p:spPr>
          <a:xfrm>
            <a:off x="4937760" y="2670048"/>
            <a:ext cx="6858000" cy="164592"/>
          </a:xfrm>
          <a:prstGeom prst="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0" y="25786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218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Fotos, IA &amp; Ambiente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331012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3310128"/>
            <a:ext cx="6858000" cy="164592"/>
          </a:xfrm>
          <a:prstGeom prst="rect">
            <a:avLst>
              <a:gd name="adj" fmla="val 22222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0" y="32186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38587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Azure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95020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3950208"/>
            <a:ext cx="2743200" cy="164592"/>
          </a:xfrm>
          <a:prstGeom prst="rect">
            <a:avLst>
              <a:gd name="adj" fmla="val 22222"/>
            </a:avLst>
          </a:prstGeom>
          <a:solidFill>
            <a:srgbClr val="C9A94A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0" y="3858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49884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05840" y="44988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Consultora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59028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0" y="44988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13892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5840" y="5138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de Documentos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523036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0" y="51389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77900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" y="5779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Executivos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5870448"/>
            <a:ext cx="6858000" cy="164592"/>
          </a:xfrm>
          <a:prstGeom prst="rect">
            <a:avLst>
              <a:gd name="adj" fmla="val 22222"/>
            </a:avLst>
          </a:prstGeom>
          <a:solidFill>
            <a:srgbClr val="1E2A38"/>
          </a:solidFill>
          <a:ln/>
        </p:spPr>
      </p:sp>
      <p:sp>
        <p:nvSpPr>
          <p:cNvPr id="41" name="Text 39"/>
          <p:cNvSpPr/>
          <p:nvPr/>
        </p:nvSpPr>
        <p:spPr>
          <a:xfrm>
            <a:off x="11887200" y="5779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6309360"/>
            <a:ext cx="11247120" cy="411480"/>
          </a:xfrm>
          <a:prstGeom prst="rect">
            <a:avLst>
              <a:gd name="adj" fmla="val 13333"/>
            </a:avLst>
          </a:prstGeom>
          <a:solidFill>
            <a:srgbClr val="0D1117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Progresso total do projeto: 55%  ·  4 de 8 sprints concluídas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PLANEJAMENTO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Próximas Fases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25880"/>
            <a:ext cx="2651760" cy="4389120"/>
          </a:xfrm>
          <a:prstGeom prst="rect">
            <a:avLst>
              <a:gd name="adj" fmla="val 3448"/>
            </a:avLst>
          </a:prstGeom>
          <a:solidFill>
            <a:srgbClr val="0D1117"/>
          </a:solidFill>
          <a:ln w="19050">
            <a:solidFill>
              <a:srgbClr val="C9A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51760" cy="54864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17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Azure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Mai/Jun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239572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 Registration Azure Entra 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PostgreSQL Flexible Server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63931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Azure Blob Storage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426110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Autenticação Microsoft 365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651760" cy="4389120"/>
          </a:xfrm>
          <a:prstGeom prst="rect">
            <a:avLst>
              <a:gd name="adj" fmla="val 3448"/>
            </a:avLst>
          </a:prstGeom>
          <a:solidFill>
            <a:srgbClr val="0D1117"/>
          </a:solidFill>
          <a:ln w="19050">
            <a:solidFill>
              <a:srgbClr val="22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25880"/>
            <a:ext cx="2651760" cy="54864"/>
          </a:xfrm>
          <a:prstGeom prst="rect">
            <a:avLst/>
          </a:prstGeom>
          <a:solidFill>
            <a:srgbClr val="22D3C8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417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Consultora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0299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239572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Conformidade ISO 17025 por equipamento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30175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Alertas inteligentes por histórico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63931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Geração automática de IT CHK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4261104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 contextualizado com dados do lab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1325880"/>
            <a:ext cx="2651760" cy="4389120"/>
          </a:xfrm>
          <a:prstGeom prst="rect">
            <a:avLst>
              <a:gd name="adj" fmla="val 3448"/>
            </a:avLst>
          </a:prstGeom>
          <a:solidFill>
            <a:srgbClr val="0D111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144768" y="1417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44768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de Documentos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20299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44768" y="239572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Gerador de ITs e procedimentos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44768" y="30175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Templates PUCRS com assinatura digital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44768" y="363931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Exportação PDF e Word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869680" y="1325880"/>
            <a:ext cx="2651760" cy="4389120"/>
          </a:xfrm>
          <a:prstGeom prst="rect">
            <a:avLst>
              <a:gd name="adj" fmla="val 3448"/>
            </a:avLst>
          </a:prstGeom>
          <a:solidFill>
            <a:srgbClr val="0D111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69680" y="13258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979408" y="1417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79408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Executivos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79408" y="202996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Ago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79408" y="239572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Dashboard gerencial com KPIs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979408" y="30175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Exportação Excel de checagens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79408" y="363931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Notificações e-mail Office 365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PROJEÇÃO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do Projeto Final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645920" cy="36576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61872"/>
            <a:ext cx="11247120" cy="34747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31673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70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53328" y="1316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70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ESFORÇO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82128" y="13167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70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EST.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710928" y="1316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70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11247120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S1–S4 (Concluído)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53328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~160h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82128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R$ 19.200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10928" y="1755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11247120" cy="53035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30428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— Azure (parcial)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304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~40h rem.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82128" y="23042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R$ 4.800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10928" y="23225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 ANDAMENTO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11247120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28712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— IA Consultora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3328" y="2871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82128" y="2871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R$ 9.600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710928" y="288950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11247120" cy="53035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43814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— Builder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53328" y="34381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82128" y="34381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R$ 7.200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10928" y="34564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895344"/>
            <a:ext cx="11247120" cy="530352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0050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— Relatórios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53328" y="4005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82128" y="4005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R$ 7.200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10928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PLANEJADO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4462272"/>
            <a:ext cx="11247120" cy="530352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572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DO PROJETO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53328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D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~400h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82128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D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R$ 48.000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Estimativa baseada em R$ 120/h · Inclui desenvolvimento, testes e entrega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12280"/>
            <a:ext cx="12188952" cy="7315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LABI</a:t>
            </a:r>
            <a:pPr algn="ctr" indent="0" marL="0">
              <a:buNone/>
            </a:pPr>
            <a:r>
              <a:rPr lang="en-US" sz="4800" b="1" dirty="0">
                <a:solidFill>
                  <a:srgbClr val="F5D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Equipamentos · ISO/IEC 17025:2017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3337560"/>
            <a:ext cx="4873752" cy="27432"/>
          </a:xfrm>
          <a:prstGeom prst="rect">
            <a:avLst/>
          </a:prstGeom>
          <a:solidFill>
            <a:srgbClr val="C9A9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74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C9A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Desenvolvido para LABELO/PUCRS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PUCRS / LABELO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LABIADIO — Sistema de Gestão de Equipamentos</dc:title>
  <dc:subject>PptxGenJS Presentation</dc:subject>
  <dc:creator>LABIADIO</dc:creator>
  <cp:lastModifiedBy>LABIADIO</cp:lastModifiedBy>
  <cp:revision>1</cp:revision>
  <dcterms:created xsi:type="dcterms:W3CDTF">2026-04-28T05:10:31Z</dcterms:created>
  <dcterms:modified xsi:type="dcterms:W3CDTF">2026-04-28T05:10:31Z</dcterms:modified>
</cp:coreProperties>
</file>